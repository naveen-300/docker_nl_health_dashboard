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EEN M" userId="6e59cae5ddfcbd7f" providerId="LiveId" clId="{F07CFC3A-2682-48A1-A884-A03C6DDD44A8}"/>
    <pc:docChg chg="custSel modSld">
      <pc:chgData name="NAVEEN M" userId="6e59cae5ddfcbd7f" providerId="LiveId" clId="{F07CFC3A-2682-48A1-A884-A03C6DDD44A8}" dt="2026-06-13T05:51:00.062" v="80"/>
      <pc:docMkLst>
        <pc:docMk/>
      </pc:docMkLst>
      <pc:sldChg chg="delSp modSp mod">
        <pc:chgData name="NAVEEN M" userId="6e59cae5ddfcbd7f" providerId="LiveId" clId="{F07CFC3A-2682-48A1-A884-A03C6DDD44A8}" dt="2026-06-13T05:51:00.062" v="80"/>
        <pc:sldMkLst>
          <pc:docMk/>
          <pc:sldMk cId="0" sldId="256"/>
        </pc:sldMkLst>
        <pc:spChg chg="del mod">
          <ac:chgData name="NAVEEN M" userId="6e59cae5ddfcbd7f" providerId="LiveId" clId="{F07CFC3A-2682-48A1-A884-A03C6DDD44A8}" dt="2026-06-13T05:51:00.062" v="80"/>
          <ac:spMkLst>
            <pc:docMk/>
            <pc:sldMk cId="0" sldId="256"/>
            <ac:spMk id="9" creationId="{00000000-0000-0000-0000-000000000000}"/>
          </ac:spMkLst>
        </pc:spChg>
      </pc:sldChg>
      <pc:sldChg chg="delSp modSp mod">
        <pc:chgData name="NAVEEN M" userId="6e59cae5ddfcbd7f" providerId="LiveId" clId="{F07CFC3A-2682-48A1-A884-A03C6DDD44A8}" dt="2026-06-13T05:50:36.357" v="59"/>
        <pc:sldMkLst>
          <pc:docMk/>
          <pc:sldMk cId="0" sldId="262"/>
        </pc:sldMkLst>
        <pc:spChg chg="del">
          <ac:chgData name="NAVEEN M" userId="6e59cae5ddfcbd7f" providerId="LiveId" clId="{F07CFC3A-2682-48A1-A884-A03C6DDD44A8}" dt="2026-06-13T05:50:25.713" v="0" actId="478"/>
          <ac:spMkLst>
            <pc:docMk/>
            <pc:sldMk cId="0" sldId="262"/>
            <ac:spMk id="26" creationId="{00000000-0000-0000-0000-000000000000}"/>
          </ac:spMkLst>
        </pc:spChg>
        <pc:spChg chg="del mod">
          <ac:chgData name="NAVEEN M" userId="6e59cae5ddfcbd7f" providerId="LiveId" clId="{F07CFC3A-2682-48A1-A884-A03C6DDD44A8}" dt="2026-06-13T05:50:36.357" v="59"/>
          <ac:spMkLst>
            <pc:docMk/>
            <pc:sldMk cId="0" sldId="262"/>
            <ac:spMk id="2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0" y="10972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</a:rPr>
              <a:t>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AI Docker NL Health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291840"/>
            <a:ext cx="39319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ECF0F1"/>
                </a:solidFill>
              </a:rPr>
              <a:t>Natural Language Powered Container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75488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5A5A6"/>
                </a:solidFill>
              </a:rPr>
              <a:t>Powered by Groq AI  •  Streamlit  •  Docker SDK  •  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&amp;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394960" cy="51206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❌ 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•  Managing Docker containers requires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28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•  memorizing complex CLI commands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968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•  No unified health monitoring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809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•  Hard to debug container failures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6499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•  Non-technical users can't use Docker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•  Manual log inspection is time-consuming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33087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•  No natural language interface exists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188720"/>
            <a:ext cx="5943600" cy="512064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</a:rPr>
              <a:t>✅  Our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•  Type plain English commands to manage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2128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•  containers — no CLI knowledge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59689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•  Real-time health dashboard with KPIs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98094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•  AI-powered ReAct agent (Groq LLM)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36499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•  7-page interactive Streamlit interface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•  Full audit trail &amp; prompt logging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133087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•  GitHub API integration built-in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1430000" cy="100584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109728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🖥️  Frontend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Streamlit Web UI  •  7 Pages  •  Plotly Charts  •  Custom CSS Theme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23160"/>
            <a:ext cx="11430000" cy="100584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423160"/>
            <a:ext cx="109728" cy="1005840"/>
          </a:xfrm>
          <a:prstGeom prst="rect">
            <a:avLst/>
          </a:prstGeom>
          <a:solidFill>
            <a:srgbClr val="842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4963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429B0"/>
                </a:solidFill>
              </a:rPr>
              <a:t>🤖  AI Agent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26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Groq LLM (llama-3.3-70b)  •  ReAct Loop  •  Natural Language Processing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66160"/>
            <a:ext cx="11430000" cy="100584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566160"/>
            <a:ext cx="109728" cy="1005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6393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</a:rPr>
              <a:t>⚙️  Backend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Docker Manager  •  GitHub API  •  Database (SQLite)  •  LLM Manager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09160"/>
            <a:ext cx="11430000" cy="100584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4709160"/>
            <a:ext cx="109728" cy="1005840"/>
          </a:xfrm>
          <a:prstGeom prst="rect">
            <a:avLst/>
          </a:prstGeom>
          <a:solidFill>
            <a:srgbClr val="23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7823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6FBD"/>
                </a:solidFill>
              </a:rPr>
              <a:t>🐋  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12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Docker Engine  •  Docker SDK  •  Container Runtime  •  Docker Socket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F8C8D"/>
                </a:solidFill>
              </a:rPr>
              <a:t>↕  Data flows between layers via Python modules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657600" cy="2286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280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🏠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91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▸  Live KPI cards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0391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▸  System info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38658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▸  Quick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73405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▸  Auto refresh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188720"/>
            <a:ext cx="3657600" cy="2286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1280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📦 Containers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691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▸  List &amp;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0391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▸  Start/Stop/Restart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38658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▸  Status badges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73405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▸  Table 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188720"/>
            <a:ext cx="3657600" cy="2286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1280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🤖 AI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691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▸  Natural language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0391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▸  ReAct loop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38658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▸  7-step reasoning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73405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▸  Groq LLM powered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749039"/>
            <a:ext cx="3657600" cy="2286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79" y="384047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📋 Logs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425195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▸  Prompt logs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4599431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▸  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494690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▸  Container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5294375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▸  SQLite storage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3749039"/>
            <a:ext cx="3657600" cy="2286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43400" y="384047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📊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425195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▸  Bar &amp; pie charts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599431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▸  CPU/Memory graphs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94690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▸  Status timeline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5294375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▸  Plotly visuals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3749039"/>
            <a:ext cx="3657600" cy="2286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75320" y="384047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🔗 GitHub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25195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▸  GitHub 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599431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▸  Public events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94690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▸  Rate limit info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5294375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▸  Live refresh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 Agent — 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737360" cy="25603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73736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38988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11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User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5146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Type plain English
e.g. 'restart nginx'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377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7AE60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1371600"/>
            <a:ext cx="1737360" cy="25603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77440" y="1371600"/>
            <a:ext cx="173736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77440" y="138988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011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LLM Parse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5146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Groq llama-3.3-70b
understands intent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377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7AE60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1371600"/>
            <a:ext cx="1737360" cy="25603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89120" y="1371600"/>
            <a:ext cx="173736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0" y="138988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011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Action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5146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ReAct loop creates
step-by-step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377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7AE60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371600"/>
            <a:ext cx="1737360" cy="25603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0" y="1371600"/>
            <a:ext cx="173736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138988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011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Execute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5146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Docker SDK runs
the command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2377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7AE60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1371600"/>
            <a:ext cx="1737360" cy="25603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412480" y="1371600"/>
            <a:ext cx="173736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0" y="138988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2011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Observe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25146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Result captured
and validated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60" y="2377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7AE60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24160" y="1371600"/>
            <a:ext cx="1737360" cy="25603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424160" y="1371600"/>
            <a:ext cx="173736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424160" y="138988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69880" y="2011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Respond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25146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Summary shown
to user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206240"/>
            <a:ext cx="11430000" cy="21945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4297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💡  Example Natural Language Commands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754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"show running containers"   →   Lists all active containers with status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102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"restart nginx"              →   Finds nginx container and restarts 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449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"what crashed in last hour"  →   Shows recently exited containers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79729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</a:rPr>
              <a:t>"get resource usage for mysql"  →   Returns CPU &amp; memory stats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651760" cy="512064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65176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0700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🖥️  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1828800"/>
            <a:ext cx="2377440" cy="457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Streamlit 1.35+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2423160"/>
            <a:ext cx="2377440" cy="457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46887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Plotly 6.x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79" y="3017520"/>
            <a:ext cx="2377440" cy="457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0632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Custom CSS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79" y="3611879"/>
            <a:ext cx="2377440" cy="457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65759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Responsive Layout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82112" y="1188720"/>
            <a:ext cx="2651760" cy="512064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82112" y="1188720"/>
            <a:ext cx="2651760" cy="502920"/>
          </a:xfrm>
          <a:prstGeom prst="rect">
            <a:avLst/>
          </a:prstGeom>
          <a:solidFill>
            <a:srgbClr val="842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73552" y="120700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🤖  AI / LLM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9272" y="1828800"/>
            <a:ext cx="2377440" cy="457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10712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Groq 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9272" y="2423160"/>
            <a:ext cx="2377440" cy="457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10712" y="246887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llama-3.3-70b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9272" y="3017520"/>
            <a:ext cx="2377440" cy="457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10712" y="30632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ReAct Framework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9272" y="3611879"/>
            <a:ext cx="2377440" cy="457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10712" y="365759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Prompt Engineering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9904" y="1188720"/>
            <a:ext cx="2651760" cy="512064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089904" y="1188720"/>
            <a:ext cx="265176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81344" y="120700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⚙️  Backend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27064" y="1828800"/>
            <a:ext cx="2377440" cy="457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18504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Python 3.12/3.13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7064" y="2423160"/>
            <a:ext cx="2377440" cy="457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18504" y="246887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Docker SDK 7.x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27064" y="3017520"/>
            <a:ext cx="2377440" cy="457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18504" y="30632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SQLite Database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27064" y="3611879"/>
            <a:ext cx="2377440" cy="457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18504" y="365759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GitHub REST API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97696" y="1188720"/>
            <a:ext cx="2651760" cy="512064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997696" y="1188720"/>
            <a:ext cx="2651760" cy="502920"/>
          </a:xfrm>
          <a:prstGeom prst="rect">
            <a:avLst/>
          </a:prstGeom>
          <a:solidFill>
            <a:srgbClr val="23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89136" y="120700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🚀  DevOps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34856" y="1828800"/>
            <a:ext cx="2377440" cy="457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26296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Docker Engine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34856" y="2423160"/>
            <a:ext cx="2377440" cy="457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226296" y="246887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Docker Compose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34856" y="3017520"/>
            <a:ext cx="2377440" cy="457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226296" y="30632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Dockerfile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34856" y="3611879"/>
            <a:ext cx="2377440" cy="457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26296" y="365759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Health Checks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394960" cy="5029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</a:rPr>
              <a:t>🏆  What We Achieved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✓  Natural language Docker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✓  7-page interactive web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✓  AI ReAct agent with step visibility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7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✓  Real-time container health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3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✓  Full audit trail &amp; logging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59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✓  GitHub API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335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✓  Docker Compose deployment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891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✓  Clean light theme UI design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188720"/>
            <a:ext cx="5943600" cy="50292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</a:rPr>
              <a:t>🔭  Future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8288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→  Multi-host Docker Swarm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1945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→  Kubernetes cluster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5603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→  Email &amp; Slack alert 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2607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→  AI-powered auto-healing containers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29183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→  User authentication &amp; role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65759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→  Custom dashboard widget builder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02335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→  Mobile-responsive PWA version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3891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F0F1"/>
                </a:solidFill>
              </a:rPr>
              <a:t>→  CI/CD pipeline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548</Words>
  <Application>Microsoft Office PowerPoint</Application>
  <PresentationFormat>Custom</PresentationFormat>
  <Paragraphs>131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NAVEEN M</cp:lastModifiedBy>
  <cp:revision>1</cp:revision>
  <dcterms:created xsi:type="dcterms:W3CDTF">2013-01-27T09:14:16Z</dcterms:created>
  <dcterms:modified xsi:type="dcterms:W3CDTF">2026-06-13T05:51:02Z</dcterms:modified>
  <cp:category/>
</cp:coreProperties>
</file>